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4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93E8BC-2097-4B05-B319-AA71BE8D1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AC9F31A-099D-45BE-82B1-97BCC8E32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0234288-E3D0-4646-A9FA-85CECE36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B975832-E873-420B-9F4D-8BEDF66F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C800007-465C-45F2-AB27-5DFC11BE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901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EA98B0-40C7-46C1-A464-A6233E45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92351C-3F2C-4304-9394-6A1B6B59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463A2AA-D578-4BBF-A888-ADDAA4D7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2C8CEE7-9899-4832-B389-807FCFC9F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DD7342E-3C6D-4E17-8F51-BD73C444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729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679835-4753-488F-A8C3-8B666383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6F6A177-27E5-4DB7-BE75-3C88B36F6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C9AB5F-77D5-44A8-ACC4-2ABB3D17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8B8EEFF-D0EB-448A-800A-DA2446BE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3D1A60-8125-4C65-AAC8-A9727989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108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DA220-C7DA-4B03-B969-984B1C96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ACEA0F2-8F70-450A-8ADF-173CF03AC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758256A-A16E-4D45-A835-85165DC69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D9A9B29-0C2B-4A1F-ADD6-1B6AC05F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D95DCC9-5AD6-470B-96EE-0D68C4B4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A510EF3-819F-4D29-BE0F-27AFA0D2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447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81D854-ED38-4EA2-AA68-0453054B2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BD60C40-EE8B-43A7-97B6-4630B1BB8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4B76165-6CF4-4D3A-8172-C65ED569F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B0DC1A4-DDE0-4239-AA0D-3C7C240CA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BD946F2-E9D5-4327-8901-A3E640C2E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EEECB39-58F0-49B0-BB17-82A37271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A234400-6F52-4DE5-9063-BC58D238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E917BFD-B68D-4A05-A90A-C17279B8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790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8552D3-44F2-48F0-92AC-38014242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0D39B20-1A8C-4065-9B04-35D93633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545D2A5-6130-48E1-9D26-574DC636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8319447-61B4-4A55-B81F-A873C096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251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FE11FCF-1849-42EF-A7AD-7AA4DA768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7F0B9C4-CD8C-4A94-9A13-194915B6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D85C393-2F35-49E7-8255-802A80B4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864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33A663-26D9-4ACF-9B3A-C56212CB4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9EC8A0-6786-4C67-848E-9E33F0724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D036E68-EEC2-4443-9EEB-3E81F51B3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B01662-69F3-4F3F-80D7-C63E4250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6E2DDE9-5874-4235-B8DE-E2EEA8DD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D256F81-0C34-4040-97EF-D44297BC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933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E832DD-1136-4E08-9C71-6419FC68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EA02A11-C9B6-4522-A4EC-103ABF173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F8B4058-7845-422A-9517-C27F13279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009AD85-27B7-4514-BC8F-023C2116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F6EDAA9-203D-42D0-8293-DD0D5F42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2D53819-40A1-43D9-8AF5-A083AC73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221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B8C40D-5FF3-479E-849A-AAAEEF93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31B6DD-E7B8-4DC4-81E2-612AF25F9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491DE14-2EEA-4C31-A091-A51976D8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75E5581-45EE-4BF9-95FF-96D5561B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B757B6B-4500-4BF7-B92D-8392A122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575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25F38D2-0066-4B36-9F79-820F53F48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8BDA48C-B541-4599-8F98-D9B1422F8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C6CAE9-80E2-4DFB-9B32-ABBF72DB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B832D97-744A-413F-AEB3-7F521B0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D0BA0D-D243-4AE7-AE65-237479FE6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993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785A074-5303-4CF5-90B3-98D939CDF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DE3D975-9288-42A2-93B4-83BFBA2F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2AF0E16-0546-4D22-BB60-5E815DCE3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A8096-77AC-4FC5-99D5-277F0BF5F7A0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80451D1-E9FB-4D59-89F6-4DD423527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2ED6AC-3AC0-4A1F-BFF2-D045C642E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EF5B4-89ED-4D73-AC13-4E94C70D33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944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F01BE0-AACE-4923-B61B-601D10247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Bradley Hand ITC" panose="03070402050302030203" pitchFamily="66" charset="0"/>
              </a:rPr>
              <a:t>A macska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D88F7EB-8325-49EB-98F4-FAC9BC329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 : Monori Petra Sára</a:t>
            </a:r>
          </a:p>
        </p:txBody>
      </p:sp>
    </p:spTree>
    <p:extLst>
      <p:ext uri="{BB962C8B-B14F-4D97-AF65-F5344CB8AC3E}">
        <p14:creationId xmlns:p14="http://schemas.microsoft.com/office/powerpoint/2010/main" val="385724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2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64F9B0-4440-4C87-8327-7A61BEC7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macska táplálkozása</a:t>
            </a:r>
          </a:p>
        </p:txBody>
      </p:sp>
      <p:pic>
        <p:nvPicPr>
          <p:cNvPr id="5" name="Tartalom helye 4" descr="Macska">
            <a:extLst>
              <a:ext uri="{FF2B5EF4-FFF2-40B4-BE49-F238E27FC236}">
                <a16:creationId xmlns:a16="http://schemas.microsoft.com/office/drawing/2014/main" id="{B29A4A6B-A7B6-4A57-8286-3616AFD3A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6627" y="477770"/>
            <a:ext cx="957398" cy="957398"/>
          </a:xfrm>
        </p:spPr>
      </p:pic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95E910CC-3704-4643-9F9A-7BA73AEC51C1}"/>
              </a:ext>
            </a:extLst>
          </p:cNvPr>
          <p:cNvSpPr/>
          <p:nvPr/>
        </p:nvSpPr>
        <p:spPr>
          <a:xfrm>
            <a:off x="2892862" y="2050915"/>
            <a:ext cx="2660011" cy="18693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dirty="0"/>
              <a:t>Ragadozó, vagyis tarajos a foga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3ECB1456-26B3-41DF-9494-92395B5C878E}"/>
              </a:ext>
            </a:extLst>
          </p:cNvPr>
          <p:cNvSpPr/>
          <p:nvPr/>
        </p:nvSpPr>
        <p:spPr>
          <a:xfrm>
            <a:off x="8317149" y="2490281"/>
            <a:ext cx="3482502" cy="28599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Fő táplálékai az egér , pocok, és a többi rágcsáló amiket könnyű elkapni</a:t>
            </a: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8BBB866E-D340-4B0E-BD22-95A2843A665F}"/>
              </a:ext>
            </a:extLst>
          </p:cNvPr>
          <p:cNvSpPr/>
          <p:nvPr/>
        </p:nvSpPr>
        <p:spPr>
          <a:xfrm>
            <a:off x="3874852" y="4415547"/>
            <a:ext cx="3064214" cy="18693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Nagyon fontos ha te eteted akkor ne adj neki túl sokat</a:t>
            </a:r>
          </a:p>
        </p:txBody>
      </p:sp>
    </p:spTree>
    <p:extLst>
      <p:ext uri="{BB962C8B-B14F-4D97-AF65-F5344CB8AC3E}">
        <p14:creationId xmlns:p14="http://schemas.microsoft.com/office/powerpoint/2010/main" val="73169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E59CB718-7F7D-4C1B-91A1-F21B943EA7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447607"/>
              </p:ext>
            </p:extLst>
          </p:nvPr>
        </p:nvGraphicFramePr>
        <p:xfrm>
          <a:off x="2081719" y="4309353"/>
          <a:ext cx="7451388" cy="169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796">
                  <a:extLst>
                    <a:ext uri="{9D8B030D-6E8A-4147-A177-3AD203B41FA5}">
                      <a16:colId xmlns:a16="http://schemas.microsoft.com/office/drawing/2014/main" val="1261991474"/>
                    </a:ext>
                  </a:extLst>
                </a:gridCol>
                <a:gridCol w="2483796">
                  <a:extLst>
                    <a:ext uri="{9D8B030D-6E8A-4147-A177-3AD203B41FA5}">
                      <a16:colId xmlns:a16="http://schemas.microsoft.com/office/drawing/2014/main" val="3363452450"/>
                    </a:ext>
                  </a:extLst>
                </a:gridCol>
                <a:gridCol w="2483796">
                  <a:extLst>
                    <a:ext uri="{9D8B030D-6E8A-4147-A177-3AD203B41FA5}">
                      <a16:colId xmlns:a16="http://schemas.microsoft.com/office/drawing/2014/main" val="2573155843"/>
                    </a:ext>
                  </a:extLst>
                </a:gridCol>
              </a:tblGrid>
              <a:tr h="423152">
                <a:tc>
                  <a:txBody>
                    <a:bodyPr/>
                    <a:lstStyle/>
                    <a:p>
                      <a:r>
                        <a:rPr lang="hu-HU" dirty="0"/>
                        <a:t>hím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Nőstény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gyerek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192652"/>
                  </a:ext>
                </a:extLst>
              </a:tr>
              <a:tr h="423152">
                <a:tc>
                  <a:txBody>
                    <a:bodyPr/>
                    <a:lstStyle/>
                    <a:p>
                      <a:r>
                        <a:rPr lang="hu-HU" dirty="0"/>
                        <a:t>Nagy termet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Közepes termet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Kicsi termet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304752"/>
                  </a:ext>
                </a:extLst>
              </a:tr>
              <a:tr h="423152">
                <a:tc>
                  <a:txBody>
                    <a:bodyPr/>
                    <a:lstStyle/>
                    <a:p>
                      <a:r>
                        <a:rPr lang="hu-HU" dirty="0"/>
                        <a:t>Álltalá.3 fajta szín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2/1 fajta szín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Állt. 1 szín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875822"/>
                  </a:ext>
                </a:extLst>
              </a:tr>
              <a:tr h="423152">
                <a:tc>
                  <a:txBody>
                    <a:bodyPr/>
                    <a:lstStyle/>
                    <a:p>
                      <a:r>
                        <a:rPr lang="hu-HU" dirty="0"/>
                        <a:t>Legtovább élnek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Kb. közepes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Attól függ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05752"/>
                  </a:ext>
                </a:extLst>
              </a:tr>
            </a:tbl>
          </a:graphicData>
        </a:graphic>
      </p:graphicFrame>
      <p:sp>
        <p:nvSpPr>
          <p:cNvPr id="7" name="Cím 6">
            <a:extLst>
              <a:ext uri="{FF2B5EF4-FFF2-40B4-BE49-F238E27FC236}">
                <a16:creationId xmlns:a16="http://schemas.microsoft.com/office/drawing/2014/main" id="{4E9F3B8E-6F17-4B00-A33B-79E725B7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78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990D19-9332-4477-B978-C63DF367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FDD43E-ACC9-486E-BD00-5FE0CC02C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264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E1EE9D-779A-4409-A214-0D0771905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5A1E82-5C10-4C92-958E-50BDDC3CF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619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</Words>
  <Application>Microsoft Office PowerPoint</Application>
  <PresentationFormat>Szélesvásznú</PresentationFormat>
  <Paragraphs>18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Bradley Hand ITC</vt:lpstr>
      <vt:lpstr>Calibri</vt:lpstr>
      <vt:lpstr>Calibri Light</vt:lpstr>
      <vt:lpstr>Office-téma</vt:lpstr>
      <vt:lpstr>A macska</vt:lpstr>
      <vt:lpstr>A macska táplálkozása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macska</dc:title>
  <dc:creator>Monori Petra Sára</dc:creator>
  <cp:lastModifiedBy>Monori Petra Sára</cp:lastModifiedBy>
  <cp:revision>5</cp:revision>
  <dcterms:created xsi:type="dcterms:W3CDTF">2026-03-11T06:58:39Z</dcterms:created>
  <dcterms:modified xsi:type="dcterms:W3CDTF">2026-03-11T07:31:25Z</dcterms:modified>
</cp:coreProperties>
</file>